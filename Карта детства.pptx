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5AEB02B-0632-4588-96F0-8EF1010AC208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385BED12-1EC0-407C-8091-D406ADAE9958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668267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B02B-0632-4588-96F0-8EF1010AC208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BED12-1EC0-407C-8091-D406ADAE99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4403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B02B-0632-4588-96F0-8EF1010AC208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BED12-1EC0-407C-8091-D406ADAE9958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65061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B02B-0632-4588-96F0-8EF1010AC208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BED12-1EC0-407C-8091-D406ADAE99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4423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B02B-0632-4588-96F0-8EF1010AC208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BED12-1EC0-407C-8091-D406ADAE99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5425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B02B-0632-4588-96F0-8EF1010AC208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BED12-1EC0-407C-8091-D406ADAE99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937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B02B-0632-4588-96F0-8EF1010AC208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BED12-1EC0-407C-8091-D406ADAE99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1821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B02B-0632-4588-96F0-8EF1010AC208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BED12-1EC0-407C-8091-D406ADAE99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9888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B02B-0632-4588-96F0-8EF1010AC208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BED12-1EC0-407C-8091-D406ADAE99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0788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B02B-0632-4588-96F0-8EF1010AC208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BED12-1EC0-407C-8091-D406ADAE99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535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B02B-0632-4588-96F0-8EF1010AC208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BED12-1EC0-407C-8091-D406ADAE99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2683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95AEB02B-0632-4588-96F0-8EF1010AC208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385BED12-1EC0-407C-8091-D406ADAE99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6435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Карта детства – демонстрация работы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Акимова Светлана, 11/2-РПО-24/1</a:t>
            </a:r>
          </a:p>
        </p:txBody>
      </p:sp>
    </p:spTree>
    <p:extLst>
      <p:ext uri="{BB962C8B-B14F-4D97-AF65-F5344CB8AC3E}">
        <p14:creationId xmlns:p14="http://schemas.microsoft.com/office/powerpoint/2010/main" val="109051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Актуальность проблемы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Большинство родителей имеют трудности </a:t>
            </a:r>
            <a:r>
              <a:rPr lang="ru-RU" dirty="0"/>
              <a:t>с поиском дополнительного </a:t>
            </a:r>
            <a:r>
              <a:rPr lang="ru-RU" dirty="0" smtClean="0"/>
              <a:t>образования</a:t>
            </a:r>
            <a:r>
              <a:rPr lang="en-US" dirty="0" smtClean="0"/>
              <a:t> </a:t>
            </a:r>
            <a:r>
              <a:rPr lang="ru-RU" dirty="0" smtClean="0"/>
              <a:t>для детей. Причиной этому могут быть следующие факторы:</a:t>
            </a:r>
          </a:p>
          <a:p>
            <a:r>
              <a:rPr lang="ru-RU" dirty="0" smtClean="0"/>
              <a:t>отсутствие единой базы организаций</a:t>
            </a:r>
            <a:r>
              <a:rPr lang="en-US" dirty="0" smtClean="0"/>
              <a:t>;</a:t>
            </a:r>
            <a:endParaRPr lang="ru-RU" dirty="0" smtClean="0"/>
          </a:p>
          <a:p>
            <a:r>
              <a:rPr lang="ru-RU" dirty="0" smtClean="0"/>
              <a:t>сложность поиска по определенным параметрам</a:t>
            </a:r>
            <a:r>
              <a:rPr lang="en-US" dirty="0" smtClean="0"/>
              <a:t>;</a:t>
            </a:r>
            <a:endParaRPr lang="ru-RU" dirty="0" smtClean="0"/>
          </a:p>
          <a:p>
            <a:r>
              <a:rPr lang="ru-RU" dirty="0" smtClean="0"/>
              <a:t>недостаточная информация о найденных организациях</a:t>
            </a:r>
            <a:r>
              <a:rPr lang="en-US" dirty="0" smtClean="0"/>
              <a:t>;</a:t>
            </a:r>
          </a:p>
          <a:p>
            <a:r>
              <a:rPr lang="ru-RU" dirty="0" smtClean="0"/>
              <a:t>недостоверные источники о кружках в интернете</a:t>
            </a:r>
            <a:r>
              <a:rPr lang="en-US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7101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Решение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Для комфортного поиска и выбора дополнительного образования было предложение о разработке </a:t>
            </a:r>
            <a:r>
              <a:rPr lang="en-US" dirty="0" smtClean="0"/>
              <a:t>web-</a:t>
            </a:r>
            <a:r>
              <a:rPr lang="ru-RU" dirty="0" smtClean="0"/>
              <a:t>приложения для клиентов, способное на:</a:t>
            </a:r>
          </a:p>
          <a:p>
            <a:r>
              <a:rPr lang="ru-RU" dirty="0" smtClean="0"/>
              <a:t>хранение единой базы данных организаций</a:t>
            </a:r>
            <a:r>
              <a:rPr lang="en-US" dirty="0" smtClean="0"/>
              <a:t>;</a:t>
            </a:r>
          </a:p>
          <a:p>
            <a:r>
              <a:rPr lang="ru-RU" dirty="0" smtClean="0"/>
              <a:t>фильтрацию</a:t>
            </a:r>
            <a:r>
              <a:rPr lang="en-US" dirty="0" smtClean="0"/>
              <a:t> </a:t>
            </a:r>
            <a:r>
              <a:rPr lang="ru-RU" dirty="0" smtClean="0"/>
              <a:t>по определенным условиям</a:t>
            </a:r>
            <a:r>
              <a:rPr lang="en-US" dirty="0" smtClean="0"/>
              <a:t>;</a:t>
            </a:r>
            <a:endParaRPr lang="ru-RU" dirty="0" smtClean="0"/>
          </a:p>
          <a:p>
            <a:r>
              <a:rPr lang="ru-RU" dirty="0" smtClean="0"/>
              <a:t>поддержку визуализации через карту</a:t>
            </a:r>
            <a:r>
              <a:rPr lang="en-US" dirty="0" smtClean="0"/>
              <a:t>;</a:t>
            </a:r>
          </a:p>
          <a:p>
            <a:r>
              <a:rPr lang="ru-RU" dirty="0" smtClean="0"/>
              <a:t>адаптацию под различные устройства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93664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Интерфейс приложения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 smtClean="0"/>
              <a:t>В приложении можно взаимодействовать с такими элементами, как карта с метками организаций, калькулятор для определения возрастного диапазона, текстовые вводы для цены, выпадающие списки выбора города, района, вида активности</a:t>
            </a:r>
            <a:r>
              <a:rPr lang="en-US" dirty="0" smtClean="0"/>
              <a:t>, </a:t>
            </a:r>
            <a:r>
              <a:rPr lang="ru-RU" dirty="0" smtClean="0"/>
              <a:t>и кнопки вызова функций для работы с приложением.</a:t>
            </a:r>
            <a:endParaRPr lang="ru-RU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4267" y="733113"/>
            <a:ext cx="5324919" cy="5455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389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Подсчет возраста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 smtClean="0"/>
              <a:t>При помощи календаря можно выбрать дату рождения ребенка. Присутствует обработка исключений при несуществующем возрастном диапазоне. При выборе города карта обновляется и показывает его центр.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267" y="1100823"/>
            <a:ext cx="6079066" cy="2360269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4267" y="3544219"/>
            <a:ext cx="6092580" cy="2365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Фильтрация: ввод цены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 smtClean="0"/>
              <a:t>Пользователь имеет право фильтровать организации по цене с помощью ввода минимальной или максимальной цены в рублях. Минимальное значение для каждого ввода равно нулю.</a:t>
            </a:r>
            <a:endParaRPr lang="ru-RU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267" y="1257298"/>
            <a:ext cx="6079066" cy="194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262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Фильтрация: выпадающие списки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 smtClean="0"/>
              <a:t>Выпадающий список видов активности состоит из нескольких категорий. Список в районами пополняется наряду с выбранным городом.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4266" y="2871400"/>
            <a:ext cx="6082577" cy="329012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4267" y="685799"/>
            <a:ext cx="6082577" cy="218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897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Демонстрация работы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 smtClean="0"/>
              <a:t>Можно применять несколько фильтров одновременно. В итоге был найден один кружок (на данный момент). При наведении на метку (в десктоп-версии) можно увидеть «подсказку» с названием организации.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267" y="761689"/>
            <a:ext cx="5368846" cy="5410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281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Карточка организации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 smtClean="0"/>
              <a:t>При нажатии на метку можно увидеть информацию об организации – название, ссылка (при наличии), адрес, стоимость и </a:t>
            </a:r>
            <a:r>
              <a:rPr lang="ru-RU" dirty="0" err="1" smtClean="0"/>
              <a:t>телофон</a:t>
            </a:r>
            <a:r>
              <a:rPr lang="ru-RU" dirty="0" smtClean="0"/>
              <a:t>.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267" y="1257298"/>
            <a:ext cx="5368846" cy="2970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641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Поддержка </a:t>
            </a:r>
            <a:r>
              <a:rPr lang="en-US" dirty="0" smtClean="0"/>
              <a:t>PWA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 smtClean="0"/>
              <a:t>Данное приложение предоставляет работу в </a:t>
            </a:r>
            <a:r>
              <a:rPr lang="ru-RU" dirty="0" err="1" smtClean="0"/>
              <a:t>оффлайн</a:t>
            </a:r>
            <a:r>
              <a:rPr lang="ru-RU" dirty="0" smtClean="0"/>
              <a:t> режиме с помощью скачивания через кнопку установки сайта или настройки через браузер.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268" y="1140983"/>
            <a:ext cx="4804894" cy="74193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3129" y="1882915"/>
            <a:ext cx="4804893" cy="30999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4268" y="2192908"/>
            <a:ext cx="2391308" cy="3716827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0007" y="2192908"/>
            <a:ext cx="2413585" cy="3716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712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340054" cy="1600197"/>
          </a:xfrm>
        </p:spPr>
        <p:txBody>
          <a:bodyPr/>
          <a:lstStyle/>
          <a:p>
            <a:r>
              <a:rPr lang="ru-RU" dirty="0" smtClean="0"/>
              <a:t>Панель администратора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 smtClean="0"/>
              <a:t>Приватная страница для добавления кружков, имеющая в себе карту для отображения</a:t>
            </a:r>
            <a:r>
              <a:rPr lang="en-US" dirty="0" smtClean="0"/>
              <a:t> </a:t>
            </a:r>
            <a:r>
              <a:rPr lang="ru-RU" dirty="0" smtClean="0"/>
              <a:t>меток, поля для заполнения информации о кружке и кнопка подтверждения.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267" y="685800"/>
            <a:ext cx="3650518" cy="548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281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340054" cy="1600197"/>
          </a:xfrm>
        </p:spPr>
        <p:txBody>
          <a:bodyPr/>
          <a:lstStyle/>
          <a:p>
            <a:r>
              <a:rPr lang="ru-RU" dirty="0" smtClean="0"/>
              <a:t>Демонстрация создания кружка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 smtClean="0"/>
              <a:t>Панель без проблем добавляет новый кружок на карту и обновляет карту для </a:t>
            </a:r>
            <a:r>
              <a:rPr lang="ru-RU" smtClean="0"/>
              <a:t>показа метки.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4267" y="687186"/>
            <a:ext cx="3568823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774843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Вид</Template>
  <TotalTime>102</TotalTime>
  <Words>346</Words>
  <Application>Microsoft Office PowerPoint</Application>
  <PresentationFormat>Широкоэкранный</PresentationFormat>
  <Paragraphs>32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Century Schoolbook</vt:lpstr>
      <vt:lpstr>Wingdings 2</vt:lpstr>
      <vt:lpstr>View</vt:lpstr>
      <vt:lpstr>Карта детства – демонстрация работы</vt:lpstr>
      <vt:lpstr>Актуальность проблемы</vt:lpstr>
      <vt:lpstr>Решение</vt:lpstr>
      <vt:lpstr>Интерфейс приложения</vt:lpstr>
      <vt:lpstr>Подсчет возраста</vt:lpstr>
      <vt:lpstr>Фильтрация: ввод цены</vt:lpstr>
      <vt:lpstr>Фильтрация: выпадающие списки</vt:lpstr>
      <vt:lpstr>Демонстрация работы</vt:lpstr>
      <vt:lpstr>Карточка организации</vt:lpstr>
      <vt:lpstr>Поддержка PWA</vt:lpstr>
      <vt:lpstr>Панель администратора</vt:lpstr>
      <vt:lpstr>Демонстрация создания кружка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Карта детства – демонстрация проекта</dc:title>
  <dc:creator>USER</dc:creator>
  <cp:lastModifiedBy>USER</cp:lastModifiedBy>
  <cp:revision>21</cp:revision>
  <dcterms:created xsi:type="dcterms:W3CDTF">2026-05-10T03:28:48Z</dcterms:created>
  <dcterms:modified xsi:type="dcterms:W3CDTF">2026-05-11T11:18:13Z</dcterms:modified>
</cp:coreProperties>
</file>